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7600" b="1">
                <a:solidFill>
                  <a:srgbClr val="BA3D03"/>
                </a:solidFill>
                <a:latin typeface="Helvetica Neue"/>
              </a:rPr>
              <a:t>I</a:t>
            </a:r>
            <a:r>
              <a:rPr sz="7600" b="1">
                <a:solidFill>
                  <a:srgbClr val="F5F5F5"/>
                </a:solidFill>
                <a:latin typeface="Helvetica Neue"/>
              </a:rPr>
              <a:t>lmy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461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A8A8A8"/>
                </a:solidFill>
                <a:latin typeface="Helvetica Neue"/>
              </a:rPr>
              <a:t>Qisqa videolar orqali bilim soting va o'rganing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977639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07070"/>
                </a:solidFill>
                <a:latin typeface="Helvetica Neue"/>
              </a:rPr>
              <a:t>Instagram Reels uslubidagi platforma — kurslarni qisqa vertikal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07070"/>
                </a:solidFill>
                <a:latin typeface="Helvetica Neue"/>
              </a:rPr>
              <a:t>videolar orqali kashf eting, sotib oling va o'rganing.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5029200"/>
            <a:ext cx="1961388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Taqdimot —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8738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MAQSAD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5F5F5"/>
                </a:solidFill>
                <a:latin typeface="Helvetica Neue"/>
              </a:rPr>
              <a:t>Muammo va loyiha maqsadi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5212080" cy="3383280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D24604"/>
                </a:solidFill>
                <a:latin typeface="Helvetica Neue"/>
              </a:rPr>
              <a:t>Muammo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83279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Online kurslar bozori tarqoq va zerikarli.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Foydalanuvchi kursni sotib olishdan oldin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uning sifatini ko'ra olmaydi.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Sotuvchi va o'quvchi o'rtasida jonli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aloqa va jamoa yo'q.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331720"/>
            <a:ext cx="4937760" cy="3383280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65176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D24604"/>
                </a:solidFill>
                <a:latin typeface="Helvetica Neue"/>
              </a:rPr>
              <a:t>Yechim — Ilmy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383279"/>
            <a:ext cx="4206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Har bir kurs qisqa, qiziqarli REELS orqali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reklama qilinadi.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Bir tugma bilan sotib olish (mobile-first).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O'quvchi sotuvchining shaxsiy kanaliga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qo'shiladi — jonli jamoa va kontent.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UMUMIY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Bitta platforma — ikki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Mobile-first (telefon ekraniga moslangan), o'zbek tilida.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Xaridor (Buyer) — reelslarni ko'radi, kurs sotib oladi, o'rganadi.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Sotuvchi (Seller) — kurs/dars/reel yaratadi, statistikani kuzatadi.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Rolga asoslangan kirish: har bir foydalanuvchi o'z hududida.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Toza, zamonaviy dizayn: light black + Mahogany aksent.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Reels lentasi — kashf qilish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Instagram uslubidagi vertikal video lenta.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Yuqoriga/pastga swipe — keyingi reelga o'tish.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Video avtomatik o'ynaydi, scroll qilinganda to'xtaydi.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Like, izoh, ulashish va saqlash (bookmark).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reelda kurs tagi va "Sotib olish — narx" tugmasi.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Kurs sahifasi va sotib 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To'liq ma'lumot, darslar ro'yxati va mock to'lov.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Muqova, tavsif, sotuvchi, narx, statistika va hashtaglar.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Bepul ko'rish (preview) darslari — sotib olmasdan ham.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Bir tugma bilan demo to'lov → "Mening kurslarim"ga qo'shiladi.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Istaklar ro'yxatiga (wishlist) qo'shish.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206654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O'QISH TAJRIBASI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Progress, kviz va darslar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O'quvchi rivojini kuzatadi va bilimini sinaydi.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dars ko'rilganda progress avtomatik hisoblanadi (% bar).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Tugatilgan darslar ✓ bilan belgilanadi.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 oxirida kviz — to'g'ri/xato javob darhol ko'rsatiladi.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100% tugaganda — avtomatik sertifikat.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Tugatganlik sertifikati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Kursni yakunlaganlarga brendlangan sertifikat.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100% tugaganda avtomatik beriladi.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Unikal raqam (masalan: ILM-2026-XXXXXX).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Ism, kurs, o'qituvchi, sana va Ilmy logosi.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Brauzerdan PDF qilib chop etish / saqlash.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MOTIVATSIYA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Streak va shaxsiy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O'quvchini har kuni o'rganishga undaydi.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Kunlik "streak" (ketma-ketlik) — har kun 1 dars = +1.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Eng uzun streak va sertifikatlar soni profilda.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Saqlangan reels va istaklar ro'yxati.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Telegram uslubidagi @username profil.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5F5F5"/>
                </a:solidFill>
                <a:latin typeface="Helvetica Neue"/>
              </a:rPr>
              <a:t>Mening kurslarim (kutubxona)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Sotib olingan barcha kurslar — progress bilan.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bir kursning bajarilgan foizi (progress bar).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Darslar soni va o'qituvchi nomi.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Bir bosishda kursni davom ettirish.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SOTUVCHI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Professional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Sotuvchi uchun statistika, hamyon va grafiklar.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Jami daromad, sotuvlar, ko'rishlar, kurslar soni.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Hamyon balansi va shaxsiy xabar daromadi.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Kurslar bo'yicha daromad grafigi (recharts).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Eng ko'p daromad keltirgan kurs.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SOTUVCHI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Studio — kontent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Instagram uslubidagi profil va boshqaruv.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yaratish: nom, tavsif, narx, kategoriya, muqova.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 qo'shish (video + matn) va kvizlar.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Kursni reklama qiluvchi reel joylash.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Reels grid + statistika.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909828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KANAL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5F5F5"/>
                </a:solidFill>
                <a:latin typeface="Helvetica Neue"/>
              </a:rPr>
              <a:t>Shaxsiy kanal (Messenger)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Kurs sotib olgan inson sotuvchining shaxsiy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kanaliga qo'shiladi (yopiq jamoa).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6949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Sotuvchi kanalda video va shaxsiy postlar yozadi.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Faqat a'zolar ko'radi; like va izoh qoldiradi.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Pullik shaxsiy xabar (DM) — sotuvchiga to'g'ridan-to'g'ri.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Kanallarni soha bo'yicha qidirish (discovery).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914400"/>
            <a:ext cx="3200400" cy="50292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3807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Xaridor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A8A8A8"/>
                </a:solidFill>
                <a:latin typeface="Helvetica Neue"/>
              </a:rPr>
              <a:t>kursni sotib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212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BA3D03"/>
                </a:solidFill>
                <a:latin typeface="Helvetica Neue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560320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BA3D03"/>
          </a:solidFill>
          <a:ln w="12700">
            <a:solidFill>
              <a:srgbClr val="D24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70662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Shaxsiy kanal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5F5F5"/>
                </a:solidFill>
                <a:latin typeface="Helvetica Neue"/>
              </a:rPr>
              <a:t>yopiq jamoaga qo'shiladi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566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BA3D03"/>
                </a:solidFill>
                <a:latin typeface="Helvetica Neue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977639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41239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Video + Postlar + DM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A8A8A8"/>
                </a:solidFill>
                <a:latin typeface="Helvetica Neue"/>
              </a:rPr>
              <a:t>doimiy kontent va aloqa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TEXNOLOGIYA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Texnologiyalar va arxitektura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90779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App Router, TypeScript — zamonaviy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Tailwind CSS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0779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Dizayn: light black + Mahogany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1188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7947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Zustand +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2336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Ma'lumotlar brauzerda saqlanadi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1188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7947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2336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Sotuvchi dashboard grafiklari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3776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Mobile-first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559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~430px telefon shell, Instagram tuyg'usi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559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Sozlashsiz, bir bosishda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5F5F5"/>
                </a:solidFill>
                <a:latin typeface="Helvetica Neue"/>
              </a:rPr>
              <a:t>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A8A8A8"/>
                </a:solidFill>
                <a:latin typeface="Helvetica Neue"/>
              </a:rPr>
              <a:t>Ilmy — </a:t>
            </a:r>
            <a:r>
              <a:rPr sz="2200" b="1">
                <a:solidFill>
                  <a:srgbClr val="D24604"/>
                </a:solidFill>
                <a:latin typeface="Helvetica Neue"/>
              </a:rPr>
              <a:t>bilim soting, bilim o'rganing.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07070"/>
                </a:solidFill>
                <a:latin typeface="Helvetica Neue"/>
              </a:rPr>
              <a:t>Demo: ali@misol.uz (xaridor) • aziz@misol.uz (sotuvchi) • parol123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48463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  <a:latin typeface="Helvetica Neue"/>
              </a:rPr>
              <a:t>Savollar?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Ilmy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